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84"/>
  </p:normalViewPr>
  <p:slideViewPr>
    <p:cSldViewPr snapToGrid="0" snapToObjects="1">
      <p:cViewPr varScale="1">
        <p:scale>
          <a:sx n="95" d="100"/>
          <a:sy n="95" d="100"/>
        </p:scale>
        <p:origin x="200" y="4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C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Ventes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cat>
            <c:strRef>
              <c:f>Feuil1!$A$2:$A$5</c:f>
              <c:strCache>
                <c:ptCount val="4"/>
                <c:pt idx="0">
                  <c:v>Poutine</c:v>
                </c:pt>
                <c:pt idx="1">
                  <c:v>Hot dogs</c:v>
                </c:pt>
                <c:pt idx="2">
                  <c:v>Salade</c:v>
                </c:pt>
                <c:pt idx="3">
                  <c:v>Ailes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70</c:v>
                </c:pt>
                <c:pt idx="1">
                  <c:v>10</c:v>
                </c:pt>
                <c:pt idx="2">
                  <c:v>5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4E-4E4E-AF48-8DDB468DB8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B9397-771B-2043-943D-8742DA5F31C9}" type="datetimeFigureOut">
              <a:rPr lang="fr-FR" smtClean="0"/>
              <a:t>06/01/2022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DCC0B771-2631-FC47-A887-990C4DBEA798}" type="slidenum">
              <a:rPr lang="fr-FR" smtClean="0"/>
              <a:t>‹n°›</a:t>
            </a:fld>
            <a:endParaRPr lang="fr-FR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FDA8A6A-BC6D-C842-9038-BAD1008FB792}"/>
              </a:ext>
            </a:extLst>
          </p:cNvPr>
          <p:cNvSpPr txBox="1"/>
          <p:nvPr userDrawn="1"/>
        </p:nvSpPr>
        <p:spPr>
          <a:xfrm>
            <a:off x="9336674" y="118111"/>
            <a:ext cx="2749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Le roi de la patate - 2021</a:t>
            </a:r>
          </a:p>
        </p:txBody>
      </p:sp>
    </p:spTree>
    <p:extLst>
      <p:ext uri="{BB962C8B-B14F-4D97-AF65-F5344CB8AC3E}">
        <p14:creationId xmlns:p14="http://schemas.microsoft.com/office/powerpoint/2010/main" val="3114709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B9397-771B-2043-943D-8742DA5F31C9}" type="datetimeFigureOut">
              <a:rPr lang="fr-FR" smtClean="0"/>
              <a:t>06/01/2022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B771-2631-FC47-A887-990C4DBEA798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AF44935-49A5-2549-8A9A-F19E0A84939A}"/>
              </a:ext>
            </a:extLst>
          </p:cNvPr>
          <p:cNvSpPr txBox="1"/>
          <p:nvPr userDrawn="1"/>
        </p:nvSpPr>
        <p:spPr>
          <a:xfrm>
            <a:off x="8438050" y="34696"/>
            <a:ext cx="2749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Le roi de la patate - 2021</a:t>
            </a:r>
          </a:p>
        </p:txBody>
      </p:sp>
    </p:spTree>
    <p:extLst>
      <p:ext uri="{BB962C8B-B14F-4D97-AF65-F5344CB8AC3E}">
        <p14:creationId xmlns:p14="http://schemas.microsoft.com/office/powerpoint/2010/main" val="2619648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B9397-771B-2043-943D-8742DA5F31C9}" type="datetimeFigureOut">
              <a:rPr lang="fr-FR" smtClean="0"/>
              <a:t>06/01/2022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B771-2631-FC47-A887-990C4DBEA7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3600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B9397-771B-2043-943D-8742DA5F31C9}" type="datetimeFigureOut">
              <a:rPr lang="fr-FR" smtClean="0"/>
              <a:t>06/01/2022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B771-2631-FC47-A887-990C4DBEA798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852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B9397-771B-2043-943D-8742DA5F31C9}" type="datetimeFigureOut">
              <a:rPr lang="fr-FR" smtClean="0"/>
              <a:t>06/01/2022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B771-2631-FC47-A887-990C4DBEA7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6506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B9397-771B-2043-943D-8742DA5F31C9}" type="datetimeFigureOut">
              <a:rPr lang="fr-FR" smtClean="0"/>
              <a:t>06/01/2022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B771-2631-FC47-A887-990C4DBEA798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877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B9397-771B-2043-943D-8742DA5F31C9}" type="datetimeFigureOut">
              <a:rPr lang="fr-FR" smtClean="0"/>
              <a:t>06/01/2022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B771-2631-FC47-A887-990C4DBEA7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2241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B9397-771B-2043-943D-8742DA5F31C9}" type="datetimeFigureOut">
              <a:rPr lang="fr-FR" smtClean="0"/>
              <a:t>06/01/2022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B771-2631-FC47-A887-990C4DBEA7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876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CA"/>
              <a:t>Cliquez sur l'icône pour ajouter une image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B9397-771B-2043-943D-8742DA5F31C9}" type="datetimeFigureOut">
              <a:rPr lang="fr-FR" smtClean="0"/>
              <a:t>06/01/2022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B771-2631-FC47-A887-990C4DBEA7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8701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B9397-771B-2043-943D-8742DA5F31C9}" type="datetimeFigureOut">
              <a:rPr lang="fr-FR" smtClean="0"/>
              <a:t>06/01/2022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B771-2631-FC47-A887-990C4DBEA7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4677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B9397-771B-2043-943D-8742DA5F31C9}" type="datetimeFigureOut">
              <a:rPr lang="fr-FR" smtClean="0"/>
              <a:t>06/01/2022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0B771-2631-FC47-A887-990C4DBEA7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1833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0D4B9397-771B-2043-943D-8742DA5F31C9}" type="datetimeFigureOut">
              <a:rPr lang="fr-FR" smtClean="0"/>
              <a:t>06/01/2022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0B771-2631-FC47-A887-990C4DBEA798}" type="slidenum">
              <a:rPr lang="fr-FR" smtClean="0"/>
              <a:t>‹n°›</a:t>
            </a:fld>
            <a:endParaRPr lang="fr-FR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797804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1DA08042-309E-094D-8DE5-43E7047EF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Bilan de l’entreprise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A37274-FCFE-054B-AAF5-8DED14DD21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Janvier 2022</a:t>
            </a:r>
          </a:p>
        </p:txBody>
      </p:sp>
    </p:spTree>
    <p:extLst>
      <p:ext uri="{BB962C8B-B14F-4D97-AF65-F5344CB8AC3E}">
        <p14:creationId xmlns:p14="http://schemas.microsoft.com/office/powerpoint/2010/main" val="589127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0E1663-6498-1C4A-B324-F3562B7D2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Faits saillants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6A403B-8EA3-9545-AD69-CBB654460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Températures douces de janvier ont contribués aux ventes de hot </a:t>
            </a:r>
            <a:r>
              <a:rPr lang="fr-FR" dirty="0" err="1"/>
              <a:t>dogs</a:t>
            </a:r>
            <a:endParaRPr lang="fr-FR" dirty="0"/>
          </a:p>
          <a:p>
            <a:r>
              <a:rPr lang="fr-FR" dirty="0"/>
              <a:t>Fermeture de la salle à manger requise par le gouvernement font que 100% de nos ventes sont pour emporter</a:t>
            </a:r>
          </a:p>
        </p:txBody>
      </p:sp>
    </p:spTree>
    <p:extLst>
      <p:ext uri="{BB962C8B-B14F-4D97-AF65-F5344CB8AC3E}">
        <p14:creationId xmlns:p14="http://schemas.microsoft.com/office/powerpoint/2010/main" val="3946322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3DF1AD-48C2-E642-9E0E-E0F34597F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Répartition des ventes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27A55457-BDA0-9D49-BFE0-8546AC1EC8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1536528"/>
              </p:ext>
            </p:extLst>
          </p:nvPr>
        </p:nvGraphicFramePr>
        <p:xfrm>
          <a:off x="2773363" y="2052638"/>
          <a:ext cx="7796212" cy="3997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55465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{21887787-D54A-E24A-93C2-297A1C3A722C}tf16401378_mac</Template>
  <TotalTime>14</TotalTime>
  <Words>42</Words>
  <Application>Microsoft Macintosh PowerPoint</Application>
  <PresentationFormat>Grand écran</PresentationFormat>
  <Paragraphs>7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Arial</vt:lpstr>
      <vt:lpstr>MS Shell Dlg 2</vt:lpstr>
      <vt:lpstr>Wingdings</vt:lpstr>
      <vt:lpstr>Wingdings 3</vt:lpstr>
      <vt:lpstr>Madison</vt:lpstr>
      <vt:lpstr>Janvier 2022</vt:lpstr>
      <vt:lpstr>Faits saillants</vt:lpstr>
      <vt:lpstr>Répartition des ventes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Janvier 2022</dc:title>
  <dc:creator>Étienne Rivard</dc:creator>
  <cp:lastModifiedBy>Étienne Rivard</cp:lastModifiedBy>
  <cp:revision>1</cp:revision>
  <dcterms:created xsi:type="dcterms:W3CDTF">2022-01-06T14:51:34Z</dcterms:created>
  <dcterms:modified xsi:type="dcterms:W3CDTF">2022-01-06T15:06:25Z</dcterms:modified>
</cp:coreProperties>
</file>